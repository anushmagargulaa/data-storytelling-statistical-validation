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0F5B35-B221-48B7-840C-5C7685B2A98F}" v="11" dt="2026-04-01T07:32:50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ula Anushma" userId="83371959ef9c1ac4" providerId="LiveId" clId="{19087FDB-ADF0-457A-9280-1D84EC539F8D}"/>
    <pc:docChg chg="custSel addSld delSld modSld">
      <pc:chgData name="Gargula Anushma" userId="83371959ef9c1ac4" providerId="LiveId" clId="{19087FDB-ADF0-457A-9280-1D84EC539F8D}" dt="2026-04-01T07:32:55.722" v="306" actId="20577"/>
      <pc:docMkLst>
        <pc:docMk/>
      </pc:docMkLst>
      <pc:sldChg chg="del">
        <pc:chgData name="Gargula Anushma" userId="83371959ef9c1ac4" providerId="LiveId" clId="{19087FDB-ADF0-457A-9280-1D84EC539F8D}" dt="2026-04-01T07:23:22.457" v="1" actId="2696"/>
        <pc:sldMkLst>
          <pc:docMk/>
          <pc:sldMk cId="1756598382" sldId="256"/>
        </pc:sldMkLst>
      </pc:sldChg>
      <pc:sldChg chg="modSp new mod">
        <pc:chgData name="Gargula Anushma" userId="83371959ef9c1ac4" providerId="LiveId" clId="{19087FDB-ADF0-457A-9280-1D84EC539F8D}" dt="2026-04-01T07:24:23.517" v="31" actId="20577"/>
        <pc:sldMkLst>
          <pc:docMk/>
          <pc:sldMk cId="591712131" sldId="257"/>
        </pc:sldMkLst>
        <pc:spChg chg="mod">
          <ac:chgData name="Gargula Anushma" userId="83371959ef9c1ac4" providerId="LiveId" clId="{19087FDB-ADF0-457A-9280-1D84EC539F8D}" dt="2026-04-01T07:24:11.704" v="12" actId="20577"/>
          <ac:spMkLst>
            <pc:docMk/>
            <pc:sldMk cId="591712131" sldId="257"/>
            <ac:spMk id="2" creationId="{C0B6B6D9-8956-2575-894C-23897DF28531}"/>
          </ac:spMkLst>
        </pc:spChg>
        <pc:spChg chg="mod">
          <ac:chgData name="Gargula Anushma" userId="83371959ef9c1ac4" providerId="LiveId" clId="{19087FDB-ADF0-457A-9280-1D84EC539F8D}" dt="2026-04-01T07:24:23.517" v="31" actId="20577"/>
          <ac:spMkLst>
            <pc:docMk/>
            <pc:sldMk cId="591712131" sldId="257"/>
            <ac:spMk id="3" creationId="{2CAABC41-B349-157B-3DAD-C4BF9CED24A0}"/>
          </ac:spMkLst>
        </pc:spChg>
      </pc:sldChg>
      <pc:sldChg chg="modSp new mod">
        <pc:chgData name="Gargula Anushma" userId="83371959ef9c1ac4" providerId="LiveId" clId="{19087FDB-ADF0-457A-9280-1D84EC539F8D}" dt="2026-04-01T07:24:57.810" v="42"/>
        <pc:sldMkLst>
          <pc:docMk/>
          <pc:sldMk cId="3749928140" sldId="258"/>
        </pc:sldMkLst>
        <pc:spChg chg="mod">
          <ac:chgData name="Gargula Anushma" userId="83371959ef9c1ac4" providerId="LiveId" clId="{19087FDB-ADF0-457A-9280-1D84EC539F8D}" dt="2026-04-01T07:24:55.525" v="41" actId="20577"/>
          <ac:spMkLst>
            <pc:docMk/>
            <pc:sldMk cId="3749928140" sldId="258"/>
            <ac:spMk id="2" creationId="{4973D71B-B3B3-1B0D-C562-8E460ACB4066}"/>
          </ac:spMkLst>
        </pc:spChg>
        <pc:spChg chg="mod">
          <ac:chgData name="Gargula Anushma" userId="83371959ef9c1ac4" providerId="LiveId" clId="{19087FDB-ADF0-457A-9280-1D84EC539F8D}" dt="2026-04-01T07:24:57.810" v="42"/>
          <ac:spMkLst>
            <pc:docMk/>
            <pc:sldMk cId="3749928140" sldId="258"/>
            <ac:spMk id="3" creationId="{690B733A-8A4B-DCDB-BE20-35CE417EBEA6}"/>
          </ac:spMkLst>
        </pc:spChg>
      </pc:sldChg>
      <pc:sldChg chg="modSp new mod">
        <pc:chgData name="Gargula Anushma" userId="83371959ef9c1ac4" providerId="LiveId" clId="{19087FDB-ADF0-457A-9280-1D84EC539F8D}" dt="2026-04-01T07:25:31.693" v="68" actId="20577"/>
        <pc:sldMkLst>
          <pc:docMk/>
          <pc:sldMk cId="1218828286" sldId="259"/>
        </pc:sldMkLst>
        <pc:spChg chg="mod">
          <ac:chgData name="Gargula Anushma" userId="83371959ef9c1ac4" providerId="LiveId" clId="{19087FDB-ADF0-457A-9280-1D84EC539F8D}" dt="2026-04-01T07:25:19.299" v="60" actId="20577"/>
          <ac:spMkLst>
            <pc:docMk/>
            <pc:sldMk cId="1218828286" sldId="259"/>
            <ac:spMk id="2" creationId="{696592F2-138D-70DB-C941-83B28505D5E1}"/>
          </ac:spMkLst>
        </pc:spChg>
        <pc:spChg chg="mod">
          <ac:chgData name="Gargula Anushma" userId="83371959ef9c1ac4" providerId="LiveId" clId="{19087FDB-ADF0-457A-9280-1D84EC539F8D}" dt="2026-04-01T07:25:31.693" v="68" actId="20577"/>
          <ac:spMkLst>
            <pc:docMk/>
            <pc:sldMk cId="1218828286" sldId="259"/>
            <ac:spMk id="3" creationId="{A5C86A11-9BE8-2D10-68C4-38732FD79343}"/>
          </ac:spMkLst>
        </pc:spChg>
      </pc:sldChg>
      <pc:sldChg chg="modSp new mod">
        <pc:chgData name="Gargula Anushma" userId="83371959ef9c1ac4" providerId="LiveId" clId="{19087FDB-ADF0-457A-9280-1D84EC539F8D}" dt="2026-04-01T07:26:22.493" v="89" actId="20577"/>
        <pc:sldMkLst>
          <pc:docMk/>
          <pc:sldMk cId="1526078177" sldId="260"/>
        </pc:sldMkLst>
        <pc:spChg chg="mod">
          <ac:chgData name="Gargula Anushma" userId="83371959ef9c1ac4" providerId="LiveId" clId="{19087FDB-ADF0-457A-9280-1D84EC539F8D}" dt="2026-04-01T07:26:09.041" v="82" actId="20577"/>
          <ac:spMkLst>
            <pc:docMk/>
            <pc:sldMk cId="1526078177" sldId="260"/>
            <ac:spMk id="2" creationId="{868D9092-235A-87A4-A6A0-48820A0B01C7}"/>
          </ac:spMkLst>
        </pc:spChg>
        <pc:spChg chg="mod">
          <ac:chgData name="Gargula Anushma" userId="83371959ef9c1ac4" providerId="LiveId" clId="{19087FDB-ADF0-457A-9280-1D84EC539F8D}" dt="2026-04-01T07:26:22.493" v="89" actId="20577"/>
          <ac:spMkLst>
            <pc:docMk/>
            <pc:sldMk cId="1526078177" sldId="260"/>
            <ac:spMk id="3" creationId="{83137009-B0B6-C461-3970-627A68919992}"/>
          </ac:spMkLst>
        </pc:spChg>
      </pc:sldChg>
      <pc:sldChg chg="modSp new mod">
        <pc:chgData name="Gargula Anushma" userId="83371959ef9c1ac4" providerId="LiveId" clId="{19087FDB-ADF0-457A-9280-1D84EC539F8D}" dt="2026-04-01T07:27:11.981" v="132"/>
        <pc:sldMkLst>
          <pc:docMk/>
          <pc:sldMk cId="2119041648" sldId="261"/>
        </pc:sldMkLst>
        <pc:spChg chg="mod">
          <ac:chgData name="Gargula Anushma" userId="83371959ef9c1ac4" providerId="LiveId" clId="{19087FDB-ADF0-457A-9280-1D84EC539F8D}" dt="2026-04-01T07:26:59.898" v="131" actId="20577"/>
          <ac:spMkLst>
            <pc:docMk/>
            <pc:sldMk cId="2119041648" sldId="261"/>
            <ac:spMk id="2" creationId="{9474EF89-5CD0-DB7F-880E-ADB53303B15C}"/>
          </ac:spMkLst>
        </pc:spChg>
        <pc:spChg chg="mod">
          <ac:chgData name="Gargula Anushma" userId="83371959ef9c1ac4" providerId="LiveId" clId="{19087FDB-ADF0-457A-9280-1D84EC539F8D}" dt="2026-04-01T07:27:11.981" v="132"/>
          <ac:spMkLst>
            <pc:docMk/>
            <pc:sldMk cId="2119041648" sldId="261"/>
            <ac:spMk id="3" creationId="{D77CA78C-330D-6DC3-C9E6-370C134A3EA2}"/>
          </ac:spMkLst>
        </pc:spChg>
      </pc:sldChg>
      <pc:sldChg chg="modSp new mod">
        <pc:chgData name="Gargula Anushma" userId="83371959ef9c1ac4" providerId="LiveId" clId="{19087FDB-ADF0-457A-9280-1D84EC539F8D}" dt="2026-04-01T07:28:11.267" v="178" actId="20577"/>
        <pc:sldMkLst>
          <pc:docMk/>
          <pc:sldMk cId="608703036" sldId="262"/>
        </pc:sldMkLst>
        <pc:spChg chg="mod">
          <ac:chgData name="Gargula Anushma" userId="83371959ef9c1ac4" providerId="LiveId" clId="{19087FDB-ADF0-457A-9280-1D84EC539F8D}" dt="2026-04-01T07:28:11.267" v="178" actId="20577"/>
          <ac:spMkLst>
            <pc:docMk/>
            <pc:sldMk cId="608703036" sldId="262"/>
            <ac:spMk id="2" creationId="{184D8DB6-33CF-FDB1-9839-E5D25C4E523D}"/>
          </ac:spMkLst>
        </pc:spChg>
        <pc:spChg chg="mod">
          <ac:chgData name="Gargula Anushma" userId="83371959ef9c1ac4" providerId="LiveId" clId="{19087FDB-ADF0-457A-9280-1D84EC539F8D}" dt="2026-04-01T07:27:44.291" v="141" actId="20577"/>
          <ac:spMkLst>
            <pc:docMk/>
            <pc:sldMk cId="608703036" sldId="262"/>
            <ac:spMk id="3" creationId="{1521183A-7961-3B05-2956-BBE20EFF0813}"/>
          </ac:spMkLst>
        </pc:spChg>
      </pc:sldChg>
      <pc:sldChg chg="modSp new mod">
        <pc:chgData name="Gargula Anushma" userId="83371959ef9c1ac4" providerId="LiveId" clId="{19087FDB-ADF0-457A-9280-1D84EC539F8D}" dt="2026-04-01T07:28:49.316" v="213" actId="20577"/>
        <pc:sldMkLst>
          <pc:docMk/>
          <pc:sldMk cId="334014611" sldId="263"/>
        </pc:sldMkLst>
        <pc:spChg chg="mod">
          <ac:chgData name="Gargula Anushma" userId="83371959ef9c1ac4" providerId="LiveId" clId="{19087FDB-ADF0-457A-9280-1D84EC539F8D}" dt="2026-04-01T07:28:49.316" v="213" actId="20577"/>
          <ac:spMkLst>
            <pc:docMk/>
            <pc:sldMk cId="334014611" sldId="263"/>
            <ac:spMk id="2" creationId="{80239393-B471-1D65-DC8A-92E942DFAAAD}"/>
          </ac:spMkLst>
        </pc:spChg>
        <pc:spChg chg="mod">
          <ac:chgData name="Gargula Anushma" userId="83371959ef9c1ac4" providerId="LiveId" clId="{19087FDB-ADF0-457A-9280-1D84EC539F8D}" dt="2026-04-01T07:28:34.851" v="185" actId="20577"/>
          <ac:spMkLst>
            <pc:docMk/>
            <pc:sldMk cId="334014611" sldId="263"/>
            <ac:spMk id="3" creationId="{5F399AB5-9CE7-6322-7058-33BD8DEA2B16}"/>
          </ac:spMkLst>
        </pc:spChg>
      </pc:sldChg>
      <pc:sldChg chg="modSp new mod">
        <pc:chgData name="Gargula Anushma" userId="83371959ef9c1ac4" providerId="LiveId" clId="{19087FDB-ADF0-457A-9280-1D84EC539F8D}" dt="2026-04-01T07:29:27.922" v="232" actId="20577"/>
        <pc:sldMkLst>
          <pc:docMk/>
          <pc:sldMk cId="988816426" sldId="264"/>
        </pc:sldMkLst>
        <pc:spChg chg="mod">
          <ac:chgData name="Gargula Anushma" userId="83371959ef9c1ac4" providerId="LiveId" clId="{19087FDB-ADF0-457A-9280-1D84EC539F8D}" dt="2026-04-01T07:29:27.922" v="232" actId="20577"/>
          <ac:spMkLst>
            <pc:docMk/>
            <pc:sldMk cId="988816426" sldId="264"/>
            <ac:spMk id="2" creationId="{BBC347F0-6A75-7307-2F9B-24AB1F03C26F}"/>
          </ac:spMkLst>
        </pc:spChg>
        <pc:spChg chg="mod">
          <ac:chgData name="Gargula Anushma" userId="83371959ef9c1ac4" providerId="LiveId" clId="{19087FDB-ADF0-457A-9280-1D84EC539F8D}" dt="2026-04-01T07:29:20.750" v="219" actId="20577"/>
          <ac:spMkLst>
            <pc:docMk/>
            <pc:sldMk cId="988816426" sldId="264"/>
            <ac:spMk id="3" creationId="{4336FB90-6DCF-4BDA-3171-E8F3EBB33653}"/>
          </ac:spMkLst>
        </pc:spChg>
      </pc:sldChg>
      <pc:sldChg chg="modSp new mod">
        <pc:chgData name="Gargula Anushma" userId="83371959ef9c1ac4" providerId="LiveId" clId="{19087FDB-ADF0-457A-9280-1D84EC539F8D}" dt="2026-04-01T07:30:03.571" v="263" actId="20577"/>
        <pc:sldMkLst>
          <pc:docMk/>
          <pc:sldMk cId="2912456941" sldId="265"/>
        </pc:sldMkLst>
        <pc:spChg chg="mod">
          <ac:chgData name="Gargula Anushma" userId="83371959ef9c1ac4" providerId="LiveId" clId="{19087FDB-ADF0-457A-9280-1D84EC539F8D}" dt="2026-04-01T07:30:03.571" v="263" actId="20577"/>
          <ac:spMkLst>
            <pc:docMk/>
            <pc:sldMk cId="2912456941" sldId="265"/>
            <ac:spMk id="2" creationId="{E2938F24-21C8-0940-FC39-B1B5547F024A}"/>
          </ac:spMkLst>
        </pc:spChg>
        <pc:spChg chg="mod">
          <ac:chgData name="Gargula Anushma" userId="83371959ef9c1ac4" providerId="LiveId" clId="{19087FDB-ADF0-457A-9280-1D84EC539F8D}" dt="2026-04-01T07:29:48.585" v="238" actId="20577"/>
          <ac:spMkLst>
            <pc:docMk/>
            <pc:sldMk cId="2912456941" sldId="265"/>
            <ac:spMk id="3" creationId="{1DB12504-40FD-2464-A56D-B75AA8F0781A}"/>
          </ac:spMkLst>
        </pc:spChg>
      </pc:sldChg>
      <pc:sldChg chg="modSp new mod">
        <pc:chgData name="Gargula Anushma" userId="83371959ef9c1ac4" providerId="LiveId" clId="{19087FDB-ADF0-457A-9280-1D84EC539F8D}" dt="2026-04-01T07:32:24.675" v="289" actId="27636"/>
        <pc:sldMkLst>
          <pc:docMk/>
          <pc:sldMk cId="1998246970" sldId="266"/>
        </pc:sldMkLst>
        <pc:spChg chg="mod">
          <ac:chgData name="Gargula Anushma" userId="83371959ef9c1ac4" providerId="LiveId" clId="{19087FDB-ADF0-457A-9280-1D84EC539F8D}" dt="2026-04-01T07:32:21.861" v="287" actId="20577"/>
          <ac:spMkLst>
            <pc:docMk/>
            <pc:sldMk cId="1998246970" sldId="266"/>
            <ac:spMk id="2" creationId="{60BE31A5-E477-B925-96BD-B1D9F872992E}"/>
          </ac:spMkLst>
        </pc:spChg>
        <pc:spChg chg="mod">
          <ac:chgData name="Gargula Anushma" userId="83371959ef9c1ac4" providerId="LiveId" clId="{19087FDB-ADF0-457A-9280-1D84EC539F8D}" dt="2026-04-01T07:32:24.675" v="289" actId="27636"/>
          <ac:spMkLst>
            <pc:docMk/>
            <pc:sldMk cId="1998246970" sldId="266"/>
            <ac:spMk id="3" creationId="{215BDC65-14C5-A172-4D02-6FAB34C77F26}"/>
          </ac:spMkLst>
        </pc:spChg>
      </pc:sldChg>
      <pc:sldChg chg="modSp new mod">
        <pc:chgData name="Gargula Anushma" userId="83371959ef9c1ac4" providerId="LiveId" clId="{19087FDB-ADF0-457A-9280-1D84EC539F8D}" dt="2026-04-01T07:32:55.722" v="306" actId="20577"/>
        <pc:sldMkLst>
          <pc:docMk/>
          <pc:sldMk cId="2240207869" sldId="267"/>
        </pc:sldMkLst>
        <pc:spChg chg="mod">
          <ac:chgData name="Gargula Anushma" userId="83371959ef9c1ac4" providerId="LiveId" clId="{19087FDB-ADF0-457A-9280-1D84EC539F8D}" dt="2026-04-01T07:32:46.687" v="301" actId="20577"/>
          <ac:spMkLst>
            <pc:docMk/>
            <pc:sldMk cId="2240207869" sldId="267"/>
            <ac:spMk id="2" creationId="{794782F0-0B56-B66A-3255-F727B190B574}"/>
          </ac:spMkLst>
        </pc:spChg>
        <pc:spChg chg="mod">
          <ac:chgData name="Gargula Anushma" userId="83371959ef9c1ac4" providerId="LiveId" clId="{19087FDB-ADF0-457A-9280-1D84EC539F8D}" dt="2026-04-01T07:32:55.722" v="306" actId="20577"/>
          <ac:spMkLst>
            <pc:docMk/>
            <pc:sldMk cId="2240207869" sldId="267"/>
            <ac:spMk id="3" creationId="{BD455FC3-D825-8D96-A4EA-BC073DB5C2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1638-C514-EC66-0FA5-D34F6D70A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42EC3-4CBA-5922-C596-F12326986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A322E-B463-AD01-C95E-084DE3FA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045E8-EF46-9358-2E0B-C146C18C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2A4B-BF5C-5C81-C5B9-5FF5C280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4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871E-513B-CA7F-035C-F22BAAC4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6EA1-BA86-8516-C00D-D2DFE2DB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BEABD-5DFC-0D97-B7DB-0E0FD169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22C27-DD79-CB57-BCEA-52F7C5F8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0745-CB76-F817-86FA-D255DE9B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83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4E43-F258-6AF5-151A-B50BB524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9FC54-EC38-EE9C-ECC9-EB4BE569E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8CD9-F912-FB8A-A924-A19E73C6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1E525-D1CF-8A9F-57F3-B338C4D5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15558-D79E-9F8C-C6D5-EBDBB817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B275-1121-6374-55E2-63758ACB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9A30-A5D0-5362-C678-BE2E4F169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8F865-3928-7F34-E944-87E26C269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DD40-DB81-15BA-1C5E-9B449740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4FD38-985C-DBAD-0942-619C7E6F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D5F00-220C-3BDA-0764-497257BD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7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A67C-80CF-FC43-A581-8A9C7EED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9112-10C7-F6C5-3E5E-433A68D82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FF5FA-E8F8-B4D9-71CF-7A073C0BB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987CE-C0B9-FEED-A52F-315AB024D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5EE2F-0ECE-B82E-CB11-E805F8DF3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D0753-6229-8B57-254A-B8B0B8CB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EC27F-A89E-2131-13FA-C6ECA731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119C0-884A-CC40-31FC-40D9B18F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4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3618-E0C1-BE4F-939B-0CE71E43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638F1-3EB0-71EF-ABE8-EC379F3D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41A72-8191-B7A3-9604-6D3C1E7A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31552-44C7-E088-B1DC-BF75FCE8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53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A95F4-7A95-C1C7-16FC-F233414E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A3005-8A98-0D68-B9B6-5D4474A5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85964-9EC7-158F-37C9-6D0BA563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6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719D-14A0-8AC5-C932-C43499F9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5090-6EBA-6509-A77C-C825DD1C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3B4FF-4CD4-B545-8FF4-FCE7FE997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6C27F-957B-E2D7-8696-8ADC87C6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878EF-868D-16B9-D551-112236CA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503C8-38D0-E529-979F-4628B8E2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19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CD76-908E-0185-731C-650CAFD9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E2A95-753F-3449-A0BB-D2D84DC5E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3880C-84CC-6485-9344-50403EF48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65C2-D7FF-3F7B-1CD1-E56A7F20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9075-7495-4C58-0141-B0D4CB80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9F6A1-021C-87AE-4B7C-B44B7C37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1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D449-B8D2-D462-38B7-653092B4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62619-6293-09E1-69FA-9AD6BB8FF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6009-F7DB-940E-EE3D-35F2E9D6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C7C0D-844B-6011-B069-C387BDB3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CAA07-492E-DACD-68FB-993E929F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3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0D864-12D6-A14E-16B0-A0A7928AA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9E289-6EEC-E4F9-7E41-55E2E28F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EFBC-D137-1146-6AD5-60DC2939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00C52-1054-4232-6BBF-6D58BA9E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6E99-49D2-AE07-66D6-8E42FAE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01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D2F84-D179-76B9-0F4E-F6A909BF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37DE8-8241-1935-80CF-EBE0E81B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0B21A-DE8D-CB48-6346-72D4B2C66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8F1D5-5442-423F-99CB-D2270484E8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68E1-1D64-AA3D-C458-2B504553F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1AE63-4E1F-300C-36FE-D075B8906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8E9FF-084B-47F9-834C-70057B72E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70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B6D9-8956-2575-894C-23897DF2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BC41-B349-157B-3DAD-C4BF9CED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Data Analysis &amp; Interactive Dashboard</a:t>
            </a:r>
          </a:p>
          <a:p>
            <a:endParaRPr lang="en-US" dirty="0"/>
          </a:p>
          <a:p>
            <a:r>
              <a:rPr lang="en-US" dirty="0"/>
              <a:t>Name: G. ANUSHMA</a:t>
            </a:r>
          </a:p>
          <a:p>
            <a:r>
              <a:rPr lang="en-US" dirty="0"/>
              <a:t>Course: </a:t>
            </a:r>
            <a:r>
              <a:rPr lang="en-US" dirty="0" err="1"/>
              <a:t>B.Tech</a:t>
            </a:r>
            <a:r>
              <a:rPr lang="en-US" dirty="0"/>
              <a:t> AI &amp; 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1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D71B-B3B3-1B0D-C562-8E460ACB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733A-8A4B-DCDB-BE20-35CE417EB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analyze sales data to understand business performance, identify key trends, and provide actionable insights.</a:t>
            </a:r>
          </a:p>
          <a:p>
            <a:endParaRPr lang="en-US" dirty="0"/>
          </a:p>
          <a:p>
            <a:r>
              <a:rPr lang="en-US" dirty="0"/>
              <a:t>The goal is to help improve decision-making by identifying high-performing categories, regions, and customer segments.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92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92F2-138D-70DB-C941-83B28505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6A11-9BE8-2D10-68C4-38732FD79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dataset contains 9800 sales transactions.</a:t>
            </a:r>
          </a:p>
          <a:p>
            <a:endParaRPr lang="en-US" dirty="0"/>
          </a:p>
          <a:p>
            <a:r>
              <a:rPr lang="en-US" dirty="0"/>
              <a:t>It includes:</a:t>
            </a:r>
          </a:p>
          <a:p>
            <a:r>
              <a:rPr lang="en-US" dirty="0"/>
              <a:t> Order Date and Ship Date  </a:t>
            </a:r>
          </a:p>
          <a:p>
            <a:r>
              <a:rPr lang="en-US" dirty="0"/>
              <a:t> Product Category and Sub-Category  </a:t>
            </a:r>
          </a:p>
          <a:p>
            <a:r>
              <a:rPr lang="en-US" dirty="0"/>
              <a:t>Customer Segment  </a:t>
            </a:r>
          </a:p>
          <a:p>
            <a:r>
              <a:rPr lang="en-US" dirty="0"/>
              <a:t> Region and Location  </a:t>
            </a:r>
          </a:p>
          <a:p>
            <a:r>
              <a:rPr lang="en-US" dirty="0"/>
              <a:t> Sales values  </a:t>
            </a:r>
          </a:p>
          <a:p>
            <a:endParaRPr lang="en-US" dirty="0"/>
          </a:p>
          <a:p>
            <a:r>
              <a:rPr lang="en-US" dirty="0"/>
              <a:t>This data is used to analyze customer behavior and business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82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9092-235A-87A4-A6A0-48820A0B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37009-B0B6-C461-3970-627A6891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data cleaning steps were performed:</a:t>
            </a:r>
          </a:p>
          <a:p>
            <a:endParaRPr lang="en-US" dirty="0"/>
          </a:p>
          <a:p>
            <a:r>
              <a:rPr lang="en-US" dirty="0"/>
              <a:t> Handled missing values  </a:t>
            </a:r>
          </a:p>
          <a:p>
            <a:r>
              <a:rPr lang="en-US" dirty="0"/>
              <a:t> Removed duplicate records  </a:t>
            </a:r>
          </a:p>
          <a:p>
            <a:r>
              <a:rPr lang="en-US" dirty="0"/>
              <a:t> Converted data types into proper format  </a:t>
            </a:r>
          </a:p>
          <a:p>
            <a:r>
              <a:rPr lang="en-US" dirty="0"/>
              <a:t> Standardized column names  </a:t>
            </a:r>
          </a:p>
          <a:p>
            <a:endParaRPr lang="en-US" dirty="0"/>
          </a:p>
          <a:p>
            <a:r>
              <a:rPr lang="en-US" dirty="0"/>
              <a:t>These steps ensured the data was clean and ready for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07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EF89-5CD0-DB7F-880E-ADB53303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INDICATOR(KPI):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CA78C-330D-6DC3-C9E6-370C134A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Sales: $2.29M  </a:t>
            </a:r>
          </a:p>
          <a:p>
            <a:r>
              <a:rPr lang="en-US" dirty="0"/>
              <a:t>Total Orders: 4922  </a:t>
            </a:r>
          </a:p>
          <a:p>
            <a:r>
              <a:rPr lang="en-US" dirty="0"/>
              <a:t>Average Order Value: $466  </a:t>
            </a:r>
          </a:p>
          <a:p>
            <a:r>
              <a:rPr lang="en-US" dirty="0"/>
              <a:t>Top Category: Technology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04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DB6-33CF-FDB1-9839-E5D25C4E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DEEP-DIVE ANALYSIS(SEGMENTATION):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183A-7961-3B05-2956-BBE20EFF0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segmentation analysis was performed to understand sales distribution across different groups.</a:t>
            </a:r>
          </a:p>
          <a:p>
            <a:endParaRPr lang="en-US" dirty="0"/>
          </a:p>
          <a:p>
            <a:r>
              <a:rPr lang="en-US" dirty="0"/>
              <a:t>The analysis includes:</a:t>
            </a:r>
          </a:p>
          <a:p>
            <a:r>
              <a:rPr lang="en-US" dirty="0"/>
              <a:t>Sales by Product Category  </a:t>
            </a:r>
          </a:p>
          <a:p>
            <a:r>
              <a:rPr lang="en-US" dirty="0"/>
              <a:t>Sales by Region  </a:t>
            </a:r>
          </a:p>
          <a:p>
            <a:r>
              <a:rPr lang="en-US" dirty="0"/>
              <a:t>Sales by Customer Segment  </a:t>
            </a:r>
          </a:p>
          <a:p>
            <a:endParaRPr lang="en-US" dirty="0"/>
          </a:p>
          <a:p>
            <a:r>
              <a:rPr lang="en-US" dirty="0"/>
              <a:t>This helps identify high-performing segments and revenue contributors.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703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9393-B471-1D65-DC8A-92E942DF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DASHBOARD: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9AB5-9CE7-6322-7058-33BD8DEA2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interactive dashboard was created using Power BI to visualize key business insights.</a:t>
            </a:r>
          </a:p>
          <a:p>
            <a:endParaRPr lang="en-US" dirty="0"/>
          </a:p>
          <a:p>
            <a:r>
              <a:rPr lang="en-US" dirty="0"/>
              <a:t>The dashboard includes:</a:t>
            </a:r>
          </a:p>
          <a:p>
            <a:r>
              <a:rPr lang="en-US" dirty="0"/>
              <a:t>KPI cards for performance tracking  </a:t>
            </a:r>
          </a:p>
          <a:p>
            <a:r>
              <a:rPr lang="en-US" dirty="0"/>
              <a:t> Sales trends over time  </a:t>
            </a:r>
          </a:p>
          <a:p>
            <a:r>
              <a:rPr lang="en-US" dirty="0"/>
              <a:t> Category and regional analysis  </a:t>
            </a:r>
          </a:p>
          <a:p>
            <a:r>
              <a:rPr lang="en-US" dirty="0"/>
              <a:t> Filters to explore data dynamically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47F0-6A75-7307-2F9B-24AB1F03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6FB90-6DCF-4BDA-3171-E8F3EBB33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Technology category generates the highest sales  </a:t>
            </a:r>
          </a:p>
          <a:p>
            <a:r>
              <a:rPr lang="en-US" dirty="0"/>
              <a:t> West region contributes the most revenue  </a:t>
            </a:r>
          </a:p>
          <a:p>
            <a:r>
              <a:rPr lang="en-US" dirty="0"/>
              <a:t> Consumer segment has the highest number of purchases  </a:t>
            </a:r>
          </a:p>
          <a:p>
            <a:r>
              <a:rPr lang="en-US" dirty="0"/>
              <a:t> Some categories and regions show lower performance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81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8F24-21C8-0940-FC39-B1B5547F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2504-40FD-2464-A56D-B75AA8F0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Focus marketing on high-performing categories like Technology  </a:t>
            </a:r>
          </a:p>
          <a:p>
            <a:r>
              <a:rPr lang="en-US" dirty="0"/>
              <a:t> Expand business in top-performing regions such as the West  </a:t>
            </a:r>
          </a:p>
          <a:p>
            <a:r>
              <a:rPr lang="en-US" dirty="0"/>
              <a:t> Improve strategies for low-performing categories  </a:t>
            </a:r>
          </a:p>
          <a:p>
            <a:r>
              <a:rPr lang="en-US" dirty="0"/>
              <a:t> Target high-value customer segments to increase revenue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45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31A5-E477-B925-96BD-B1D9F872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DC65-14C5-A172-4D02-6FAB34C77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Hypothesis:</a:t>
            </a:r>
          </a:p>
          <a:p>
            <a:r>
              <a:rPr lang="en-US" dirty="0"/>
              <a:t>Technology category generates higher sales than Furniture.</a:t>
            </a:r>
          </a:p>
          <a:p>
            <a:endParaRPr lang="en-US" dirty="0"/>
          </a:p>
          <a:p>
            <a:r>
              <a:rPr lang="en-US" dirty="0"/>
              <a:t>Test Performed:</a:t>
            </a:r>
          </a:p>
          <a:p>
            <a:r>
              <a:rPr lang="en-US" dirty="0"/>
              <a:t>Independent T-test</a:t>
            </a:r>
          </a:p>
          <a:p>
            <a:endParaRPr lang="en-US" dirty="0"/>
          </a:p>
          <a:p>
            <a:r>
              <a:rPr lang="en-US" dirty="0"/>
              <a:t>Result:</a:t>
            </a:r>
          </a:p>
          <a:p>
            <a:r>
              <a:rPr lang="en-US" dirty="0"/>
              <a:t>p-value &lt; 0.05</a:t>
            </a:r>
          </a:p>
          <a:p>
            <a:endParaRPr lang="en-US" dirty="0"/>
          </a:p>
          <a:p>
            <a:r>
              <a:rPr lang="en-US" dirty="0"/>
              <a:t>Conclusion:</a:t>
            </a:r>
          </a:p>
          <a:p>
            <a:r>
              <a:rPr lang="en-US" dirty="0"/>
              <a:t>There is a statistically significant difference in sales, and Technology category generates higher revenue than Furniture.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24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82F0-0B56-B66A-3255-F727B190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55FC3-D825-8D96-A4EA-BC073DB5C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highlights key areas driving business performance.</a:t>
            </a:r>
          </a:p>
          <a:p>
            <a:r>
              <a:rPr lang="en-US" dirty="0"/>
              <a:t>By focusing on high-performing categories and regions, the company can improve revenue and optimize decision-making.</a:t>
            </a:r>
          </a:p>
          <a:p>
            <a:r>
              <a:rPr lang="en-US" dirty="0"/>
              <a:t>Data-driven insights play a crucial role in business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20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TITLE:</vt:lpstr>
      <vt:lpstr>OBJECTIVE</vt:lpstr>
      <vt:lpstr>DATASET OVERVIEW:</vt:lpstr>
      <vt:lpstr>DATA CLEANING</vt:lpstr>
      <vt:lpstr>KEY PERFORMANCE INDICATOR(KPI):</vt:lpstr>
      <vt:lpstr>DEEP-DIVE ANALYSIS(SEGMENTATION):</vt:lpstr>
      <vt:lpstr>INTERACTIVE DASHBOARD:</vt:lpstr>
      <vt:lpstr>KEY INSIGHTS:</vt:lpstr>
      <vt:lpstr>BUSINESS RECOMMENDATIONS:</vt:lpstr>
      <vt:lpstr>HYPOTHESIS TESTING: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Gargula Anushma</dc:creator>
  <cp:lastModifiedBy>Gargula Anushma</cp:lastModifiedBy>
  <cp:revision>1</cp:revision>
  <dcterms:created xsi:type="dcterms:W3CDTF">2026-04-01T07:23:16Z</dcterms:created>
  <dcterms:modified xsi:type="dcterms:W3CDTF">2026-04-01T07:33:00Z</dcterms:modified>
</cp:coreProperties>
</file>